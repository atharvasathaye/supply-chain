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Supply Chain Pressure vs. Inflation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Predictive Machine Learning Analysis</a:t>
            </a:r>
          </a:p>
          <a:p>
            <a:r>
              <a:t>By Atharva Sathaye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modern global economy is highly interconnected.</a:t>
            </a:r>
          </a:p>
          <a:p>
            <a:pPr lvl="1"/>
            <a:r>
              <a:t>Goal: Investigate if supply chain bottlenecks act as a leading indicator for consumer inflation.</a:t>
            </a:r>
          </a:p>
          <a:p>
            <a:pPr lvl="1"/>
            <a:r>
              <a:t>Data Sources: Federal Reserve (CPI) and NY Fed (GSCPI).</a:t>
            </a:r>
          </a:p>
          <a:p>
            <a:pPr lvl="1"/>
            <a:r>
              <a:t>Deliverables: Data pipeline, statistical proofs, and an interactive ML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Analogy: A traffic jam on a highway.</a:t>
            </a:r>
          </a:p>
          <a:p>
            <a:pPr lvl="1"/>
            <a:r>
              <a:t>When an accident occurs (supply chain shock), traffic doesn't stop immediately miles back.</a:t>
            </a:r>
          </a:p>
          <a:p>
            <a:pPr lvl="1"/>
            <a:r>
              <a:t>It takes time for the ripple effect to hit the cars behind (the consumers).</a:t>
            </a:r>
          </a:p>
          <a:p>
            <a:pPr lvl="1"/>
            <a:r>
              <a:t>A shipping delay takes 1-6 months to cause price hikes in US stores.</a:t>
            </a:r>
          </a:p>
          <a:p>
            <a:pPr lvl="1"/>
            <a:r>
              <a:t>This delay creates a window to predict future inflation.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Automated Data Engineering Pipeline</a:t>
            </a:r>
          </a:p>
          <a:p>
            <a:pPr lvl="1"/>
            <a:r>
              <a:t>Python scripts fetch live data via APIs and normalize dates.</a:t>
            </a:r>
          </a:p>
          <a:p>
            <a:r>
              <a:t>2. Statistical Proof (Granger Causality)</a:t>
            </a:r>
          </a:p>
          <a:p>
            <a:pPr lvl="1"/>
            <a:r>
              <a:t>Statistically proved that GSCPI changes precede CPI changes (p-values &lt; 0.05).</a:t>
            </a:r>
          </a:p>
          <a:p>
            <a:r>
              <a:t>3. ML Forecasting (VAR Model)</a:t>
            </a:r>
          </a:p>
          <a:p>
            <a:pPr lvl="1"/>
            <a:r>
              <a:t>Vector Autoregression predicts inflation 6 months into the future.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Supply chains are mathematical predictors of inflation.</a:t>
            </a:r>
          </a:p>
          <a:p>
            <a:pPr lvl="1"/>
            <a:r>
              <a:t>Physical goods (Vehicles, Food) react violently to supply shocks.</a:t>
            </a:r>
          </a:p>
          <a:p>
            <a:pPr/>
            <a:r>
              <a:t>Business Impact:</a:t>
            </a:r>
          </a:p>
          <a:p>
            <a:pPr lvl="1"/>
            <a:r>
              <a:t>Companies can adjust pricing strategies months before inflation hits their P&amp;L.</a:t>
            </a:r>
          </a:p>
          <a:p>
            <a:pPr lvl="1"/>
            <a:r>
              <a:t>Demonstrates full-stack data capabilities from engineering to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